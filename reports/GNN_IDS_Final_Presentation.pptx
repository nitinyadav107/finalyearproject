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Graph Neural Network Based Network Intrusion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Fully completed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12529"/>
                </a:solidFill>
                <a:latin typeface="Aptos"/>
              </a:defRPr>
            </a:pPr>
            <a:r>
              <a:t>Purpose: Automatically detect malicious network behavior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Aptos"/>
              </a:defRPr>
            </a:pPr>
            <a:r>
              <a:t>Core Idea: Convert traffic into a graph and classify suspicious nodes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Aptos"/>
              </a:defRPr>
            </a:pPr>
            <a:r>
              <a:t>Built With: Python, PyTorch Geometric, Streamlit, Matplotlib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8545" y="3566160"/>
            <a:ext cx="3840480" cy="2743200"/>
          </a:xfrm>
          <a:prstGeom prst="roundRect">
            <a:avLst/>
          </a:prstGeom>
          <a:solidFill>
            <a:srgbClr val="C35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3309" y="4297680"/>
            <a:ext cx="3291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ptos"/>
              </a:rPr>
              <a:t>Nodes = IPs
Edges = Communication
Output = Suspicious Hosts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Why this project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Large networks generate huge traffic and manual monitoring is difficult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Traditional methods often inspect each traffic row independently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Connected attacks like botnets and scans spread across multiple hosts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Security teams need faster and more intelligent automatic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What the system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Converts traffic logs into a communication graph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Represents IP addresses or hosts as nodes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Represents communication between hosts as edges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Uses a Graph Neural Network to predict suspicious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Real Problem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Practical cybersecurity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Detects suspicious communication bursts and DDoS-like behavior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Finds scanning and reconnaissance patterns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Helps identify compromised or malicious hosts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Reduces analyst workload by ranking risky nodes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Why Graph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Why GNN is better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Normal neural networks work on flat or sequential data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Network traffic is relational and naturally graph-shaped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GNN learns from both host features and neighbor behavior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This makes it strong for multi-host and structural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Collect traffic data from CSV or monitoring tools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Normalize fields like source IP, destination IP, bytes, packets, duration, and label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Build graph edges from host-to-host communication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Aggregate incoming and outgoing node features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Train GCN, GraphSAGE, or GAT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Evaluate metrics and run inference for suspicious node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Dataset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Training and demonstration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Synthetic dataset is used for guaranteed demo and testing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Real CSV support is available for CICIDS-style traffic exports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Logical fields required: src_ip, dst_ip, bytes, packets, duration, label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Benign labels are mapped to 0 and attack labels are mapped to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Tools and their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Python: complete project implementation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PyTorch: tensor operations and model training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PyTorch Geometric: graph neural network layers and graph data handling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Pandas and scikit-learn: preprocessing, splits, metrics, scaling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Matplotlib and Seaborn: charts and evaluation visuals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Streamlit: dashboard for visual demo and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Models and Their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What each model contributes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GCN: baseline graph convolution model for node classification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GraphSAGE: scalable neighborhood aggregation for graph learning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GAT: attention-based model that weighs important neighbors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Training exports checkpoints, reports, plots, and ranked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Results from Tested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Synthetic test execution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21208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Model used: graphsage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Accuracy: 1.000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Precision: 1.000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Recall: 1.000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F1 Score: 1.000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ROC-AUC: N/A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Training run completed successfully in the tested environment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Model checkpoint and reports were generated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Inference produced ranked suspicious nodes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The project is ready for demo through the Streamlit dashboard</a:t>
            </a:r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017520"/>
            <a:ext cx="4937760" cy="18142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Visual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Generated project artifacts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657600" cy="3530246"/>
          </a:xfrm>
          <a:prstGeom prst="rect">
            <a:avLst/>
          </a:prstGeom>
        </p:spPr>
      </p:pic>
      <p:pic>
        <p:nvPicPr>
          <p:cNvPr id="6" name="Picture 5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37360"/>
            <a:ext cx="3657600" cy="13439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9496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Confusion matrix shows classification quality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ROC curve shows discrimination ability when both classes are present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Training curves show how loss and F1 evolved during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34E4A"/>
                </a:solidFill>
                <a:latin typeface="Aptos Display"/>
              </a:rP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36A"/>
                </a:solidFill>
                <a:latin typeface="Aptos"/>
              </a:rPr>
              <a:t>What this project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The project provides a complete graph-based intrusion detection prototype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It explains network attacks using structure, not only flat traffic rows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It is useful for academic demonstration and can be extended for real deployments</a:t>
            </a:r>
          </a:p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  <a:latin typeface="Aptos"/>
              </a:defRPr>
            </a:pPr>
            <a:r>
              <a:t>Future work: real-time capture, temporal GNNs, explainable AI, SOC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A"/>
                </a:solidFill>
                <a:latin typeface="Aptos"/>
              </a:rPr>
              <a:t>Final Year Project | GNN-Based Intrusion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636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2026-04-15T09:48:50Z</dcterms:modified>
  <cp:category/>
</cp:coreProperties>
</file>