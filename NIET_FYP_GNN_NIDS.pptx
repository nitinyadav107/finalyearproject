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GNN-Based Network Intrusion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b="0" sz="1800">
                <a:solidFill>
                  <a:srgbClr val="475569"/>
                </a:solidFill>
              </a:rPr>
              <a:t>Group Members:</a:t>
            </a:r>
          </a:p>
          <a:p>
            <a:pPr/>
            <a:r>
              <a:rPr b="0" sz="1800">
                <a:solidFill>
                  <a:srgbClr val="475569"/>
                </a:solidFill>
              </a:rPr>
              <a:t>- Nitin Yadav (Roll No: 2201330120080)</a:t>
            </a:r>
          </a:p>
          <a:p>
            <a:pPr/>
            <a:r>
              <a:rPr b="0" sz="1800">
                <a:solidFill>
                  <a:srgbClr val="475569"/>
                </a:solidFill>
              </a:rPr>
              <a:t>- Keshav Kumar Jha (Roll No: 2201330120146)</a:t>
            </a:r>
          </a:p>
          <a:p>
            <a:pPr/>
            <a:r>
              <a:rPr b="0" sz="1800">
                <a:solidFill>
                  <a:srgbClr val="475569"/>
                </a:solidFill>
              </a:rPr>
              <a:t>- Govind Rajput (Roll No: 2201330120051)</a:t>
            </a:r>
          </a:p>
          <a:p>
            <a:pPr/>
            <a:r>
              <a:rPr b="0" sz="1800">
                <a:solidFill>
                  <a:srgbClr val="475569"/>
                </a:solidFill>
              </a:rPr>
              <a:t>B.Tech Computer Science</a:t>
            </a:r>
          </a:p>
          <a:p>
            <a:pPr/>
            <a:r>
              <a:rPr b="0" sz="1800">
                <a:solidFill>
                  <a:srgbClr val="475569"/>
                </a:solidFill>
              </a:rPr>
              <a:t>NIET, Greater Noida</a:t>
            </a:r>
          </a:p>
          <a:p>
            <a:pPr/>
            <a:r>
              <a:rPr b="0" sz="1800">
                <a:solidFill>
                  <a:srgbClr val="475569"/>
                </a:solidFill>
              </a:rPr>
              <a:t>Date: 2026-04-19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000">
                <a:solidFill>
                  <a:srgbClr val="141A26"/>
                </a:solidFill>
              </a:rPr>
              <a:t>Problem statement &amp; objectives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Proposed approach using Graph Neural Networks (GNNs)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System workflow and architecture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Tech stack and models used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Results (evaluation) and demo overview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Conclusion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000">
                <a:solidFill>
                  <a:srgbClr val="141A26"/>
                </a:solidFill>
              </a:rPr>
              <a:t>Traditional ML inspects network flows independently and may miss relationship-based attack patterns.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Attacks like DDoS, reconnaissance, and lateral movement often appear as connected behavior across hosts.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Goal: detect suspicious hosts by modeling traffic as a graph and learning from neighborhood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000">
                <a:solidFill>
                  <a:srgbClr val="141A26"/>
                </a:solidFill>
              </a:rPr>
              <a:t>Convert network traffic CSV flows into a host communication graph.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Generate node-level features from traffic statistics (bytes, packets, duration, etc.).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Train GNN models to classify nodes as benign vs. suspicious.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Evaluate performance with standard metrics and visualize results.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Provide an interactive dashboard for demonstration.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(High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931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41A26"/>
                </a:solidFill>
              </a:rPr>
              <a:t>Input &amp; Preprocessing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Load CSV traffic data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Normalize schema (src/dst IP, duration, label, etc.)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Scale/encode features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Build graph (nodes=hosts, edges=flows)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3931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41A26"/>
                </a:solidFill>
              </a:rPr>
              <a:t>Learning &amp; Output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Node feature aggregation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Train GNN (GCN / GraphSAGE / GAT)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Evaluate on test split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Infer and rank suspicious hosts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Show results in Streamlit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000">
                <a:solidFill>
                  <a:srgbClr val="141A26"/>
                </a:solidFill>
              </a:rPr>
              <a:t>Data collection / loading (real or synthetic)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Schema normalization and label mapping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Graph construction and node feature generation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Train/test split and model training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Evaluation (accuracy, precision, recall, F1, confusion matrix, ROC)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Inference: suspicious host 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and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931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41A26"/>
                </a:solidFill>
              </a:rPr>
              <a:t>GNN Models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GCN (baseline graph convolution)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GraphSAGE (neighborhood aggregation)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GAT (attention-based aggregation)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3931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41A26"/>
                </a:solidFill>
              </a:rPr>
              <a:t>Tools/Libraries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Python, PyTorch, PyTorch Geometric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Pandas, NumPy, scikit-learn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Matplotlib/Seaborn for plots</a:t>
            </a:r>
          </a:p>
          <a:p>
            <a:pPr lvl="1"/>
            <a:r>
              <a:rPr b="0" sz="1800">
                <a:solidFill>
                  <a:srgbClr val="141A26"/>
                </a:solidFill>
              </a:rPr>
              <a:t>Streamlit for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(Add Your Metrics)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000">
                <a:solidFill>
                  <a:srgbClr val="141A26"/>
                </a:solidFill>
              </a:rPr>
              <a:t>Best model: &lt;GCN / GraphSAGE / GAT&gt;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Accuracy: &lt;..%&gt;, Precision: &lt;..%&gt;, Recall: &lt;..%&gt;, F1-score: &lt;..%&gt;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Confusion matrix summary: &lt;TP/FP/TN/FN&gt;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Key observation: GNN captures neighbor context, improving detection of connected attacks.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(Streamlit 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000">
                <a:solidFill>
                  <a:srgbClr val="141A26"/>
                </a:solidFill>
              </a:rPr>
              <a:t>Upload/select dataset and run preprocessing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Train model or load trained weights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View evaluation plots and metrics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Inspect suspicious host ranking and graph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0" sz="2000">
                <a:solidFill>
                  <a:srgbClr val="141A26"/>
                </a:solidFill>
              </a:rPr>
              <a:t>Graph-based modeling improves intrusion detection by using relationships between hosts.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GNNs learn both host features and neighborhood behavior for suspicious node prediction.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Future work: larger real-world datasets, temporal graphs, explainability, and deployment hardening.</a:t>
            </a:r>
          </a:p>
          <a:p>
            <a:pPr/>
            <a:r>
              <a:rPr b="0" sz="2000">
                <a:solidFill>
                  <a:srgbClr val="141A26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GNN-Based Network Intrusion Detection System</dc:title>
  <dc:subject>Final Year Project Presentation</dc:subject>
  <dc:creator/>
  <cp:keywords/>
  <dc:description>generated using python-pptx</dc:description>
  <cp:lastModifiedBy>Steve Canny</cp:lastModifiedBy>
  <cp:revision>1</cp:revision>
  <dcterms:created xsi:type="dcterms:W3CDTF">2026-04-19T16:35:55Z</dcterms:created>
  <dcterms:modified xsi:type="dcterms:W3CDTF">2013-01-27T09:15:58Z</dcterms:modified>
  <cp:category/>
</cp:coreProperties>
</file>